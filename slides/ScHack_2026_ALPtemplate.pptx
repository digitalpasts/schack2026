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19113"/>
            <a:ext cx="1485863" cy="1485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64665" y="819113"/>
            <a:ext cx="5575584" cy="1360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1800" b="1" spc="72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 </a:t>
            </a:r>
            <a:pPr algn="r" indent="0" marL="0">
              <a:lnSpc>
                <a:spcPct val="190000"/>
              </a:lnSpc>
              <a:buNone/>
            </a:pPr>
            <a:r>
              <a:rPr lang="en-US" sz="1800" spc="72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6–10, 2026 University of Turin, Italy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47750" y="3349873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 · SUMMER SCHOOL &amp; HACKATHON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937248"/>
            <a:ext cx="9844027" cy="20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7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title goes here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166011"/>
            <a:ext cx="16678275" cy="617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786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short, descriptive subtitle for this lecture or hackathon block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7164524"/>
            <a:ext cx="2095500" cy="3807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7507387"/>
            <a:ext cx="16678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Name </a:t>
            </a:r>
            <a:pPr algn="l" indent="0" marL="0"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84503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024565"/>
            <a:ext cx="1448023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ORGANISED BY</a:t>
            </a:r>
            <a:endParaRPr lang="en-US" sz="112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436" y="8744024"/>
            <a:ext cx="723863" cy="7238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8662" y="8958275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6501060" y="8801137"/>
            <a:ext cx="9525" cy="60957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548" y="8810687"/>
            <a:ext cx="2658318" cy="590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· READ ME FIRST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THIS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7572289" cy="12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layout masters, one consistent look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66825" y="4516871"/>
            <a:ext cx="4188794" cy="115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any slide that follows and replace the placeholder text with your content.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25" y="5734409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titles short — they read as the table of contents of your session.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25" y="6623596"/>
            <a:ext cx="408992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images and diagrams into the dashed slots.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6825" y="744109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Slides/PowerPoint, right-click the slot → replace with your figure.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575" y="4716859"/>
            <a:ext cx="3566360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track accent in the Tweaks panel.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575" y="5534360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· Track 1 · Track 2 · Track 3 each re-color the whole deck.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575" y="6423546"/>
            <a:ext cx="4253879" cy="755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these grey hint labels when you present.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575" y="7241046"/>
            <a:ext cx="44789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“Instructor hints” off in Tweaks for a clean deck.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99376" y="9729390"/>
            <a:ext cx="2002036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TEMPLATE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SECTION DIVIDER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2934519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236143"/>
            <a:ext cx="166782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dirty="0">
                <a:solidFill>
                  <a:srgbClr val="2A60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0" dirty="0"/>
          </a:p>
        </p:txBody>
      </p:sp>
      <p:sp>
        <p:nvSpPr>
          <p:cNvPr id="6" name="Text 4"/>
          <p:cNvSpPr/>
          <p:nvPr/>
        </p:nvSpPr>
        <p:spPr>
          <a:xfrm>
            <a:off x="1047750" y="5636431"/>
            <a:ext cx="11106076" cy="989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72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6834993"/>
            <a:ext cx="7529622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framing what this part of the session covers. </a:t>
            </a:r>
            <a:pPr algn="l" indent="0" marL="0">
              <a:buNone/>
            </a:pPr>
            <a:r>
              <a:rPr lang="en-US" sz="1800" i="1" dirty="0">
                <a:solidFill>
                  <a:srgbClr val="2A6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own framing line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DAILY STRUCTURE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AT A GLANCE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for the day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343671"/>
            <a:ext cx="7905750" cy="4762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4556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74763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– 13:00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4763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teaching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474763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methods &amp; guided walkthrough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807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one for the lecture block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two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three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34500" y="2343671"/>
            <a:ext cx="7905750" cy="7200429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34500" y="9536162"/>
            <a:ext cx="7905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334500" y="2343671"/>
            <a:ext cx="7905750" cy="4762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0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232313" y="2343671"/>
            <a:ext cx="9525" cy="7200429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61512" y="2772296"/>
            <a:ext cx="726327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 18:00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1512" y="3169171"/>
            <a:ext cx="726327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 hackathon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761512" y="3619996"/>
            <a:ext cx="7263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with your own data &amp; questions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94825" y="4129546"/>
            <a:ext cx="7294612" cy="12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 challenge for the session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 small groups</a:t>
            </a:r>
            <a:endParaRPr lang="en-US" sz="18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Share-back &amp; discussion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TITLE + BULLETS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statement of this slide’s topic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81050" y="2343671"/>
            <a:ext cx="9242450" cy="2743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— keep each line to a single idea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worth the audience remembering</a:t>
            </a:r>
            <a:endParaRPr lang="en-US" sz="3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point; aim for three to five bullets per slide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79017" y="381000"/>
            <a:ext cx="26612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739355" y="465137"/>
            <a:ext cx="2420395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TEXT + IMAGE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LABEL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on the left, show on the right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47725" y="4534235"/>
            <a:ext cx="5043810" cy="2857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idea you want the figure to support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column for the explanation or steps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the figure as you talk through it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060534" y="5738750"/>
            <a:ext cx="4567969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8" name="Text 6"/>
          <p:cNvSpPr/>
          <p:nvPr/>
        </p:nvSpPr>
        <p:spPr>
          <a:xfrm>
            <a:off x="11231984" y="5814950"/>
            <a:ext cx="4362108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diagram · screenshot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44649" y="381000"/>
            <a:ext cx="2995600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04987" y="465137"/>
            <a:ext cx="276479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CODE / TERMINAL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the code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47750" y="5322404"/>
            <a:ext cx="5503792" cy="1281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side column to narrate what the snippet does, step by step. Replace the code with your own example.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848388" y="2343671"/>
            <a:ext cx="10391861" cy="7200429"/>
          </a:xfrm>
          <a:prstGeom prst="roundRect">
            <a:avLst>
              <a:gd name="adj" fmla="val 1323"/>
            </a:avLst>
          </a:prstGeom>
          <a:solidFill>
            <a:srgbClr val="2A2118"/>
          </a:solidFill>
          <a:ln/>
          <a:effectLst>
            <a:outerShdw sx="100000" sy="100000" kx="0" ky="0" algn="bl" rotWithShape="0" blurRad="571500" dist="285750" dir="5400000">
              <a:srgbClr val="2A2118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48388" y="2343671"/>
            <a:ext cx="10391861" cy="525363"/>
          </a:xfrm>
          <a:prstGeom prst="rect">
            <a:avLst/>
          </a:prstGeom>
          <a:solidFill>
            <a:srgbClr val="362B1F"/>
          </a:solidFill>
          <a:ln/>
        </p:spPr>
      </p:sp>
      <p:sp>
        <p:nvSpPr>
          <p:cNvPr id="9" name="Shape 7"/>
          <p:cNvSpPr/>
          <p:nvPr/>
        </p:nvSpPr>
        <p:spPr>
          <a:xfrm>
            <a:off x="7076963" y="2539690"/>
            <a:ext cx="133325" cy="133325"/>
          </a:xfrm>
          <a:prstGeom prst="ellipse">
            <a:avLst/>
          </a:prstGeom>
          <a:solidFill>
            <a:srgbClr val="E0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7305538" y="2539690"/>
            <a:ext cx="133325" cy="133325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1" name="Shape 9"/>
          <p:cNvSpPr/>
          <p:nvPr/>
        </p:nvSpPr>
        <p:spPr>
          <a:xfrm>
            <a:off x="7534113" y="2539690"/>
            <a:ext cx="133325" cy="133325"/>
          </a:xfrm>
          <a:prstGeom prst="ellipse">
            <a:avLst/>
          </a:prstGeom>
          <a:solidFill>
            <a:srgbClr val="7DC470"/>
          </a:solidFill>
          <a:ln/>
        </p:spPr>
      </p:sp>
      <p:sp>
        <p:nvSpPr>
          <p:cNvPr id="12" name="Text 10"/>
          <p:cNvSpPr/>
          <p:nvPr/>
        </p:nvSpPr>
        <p:spPr>
          <a:xfrm>
            <a:off x="7915052" y="2515071"/>
            <a:ext cx="104792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AF6EC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example.py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191288" y="3173834"/>
            <a:ext cx="10017817" cy="36813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75" i="1" dirty="0">
                <a:solidFill>
                  <a:srgbClr val="EDE6D8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corpus and run the pipeline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danes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Corpus, Pipeline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Corpus.load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C7B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"my-dataset"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(steps=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D98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0A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corpus: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model.run 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(doc)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8FC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70000"/>
              </a:lnSpc>
              <a:buNone/>
            </a:pPr>
            <a:r>
              <a:rPr lang="en-US" sz="1875" dirty="0">
                <a:solidFill>
                  <a:srgbClr val="ED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(result.summary)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10282" y="381000"/>
            <a:ext cx="3329967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70620" y="465137"/>
            <a:ext cx="3109191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TABLE / COMPARISON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7450"/>
            <a:ext cx="1667827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45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approaches at a glance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733353"/>
            <a:ext cx="4210038" cy="1587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2343671"/>
            <a:ext cx="380293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787" y="2733353"/>
            <a:ext cx="4857750" cy="1587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9" name="Text 7"/>
          <p:cNvSpPr/>
          <p:nvPr/>
        </p:nvSpPr>
        <p:spPr>
          <a:xfrm>
            <a:off x="5524487" y="2343671"/>
            <a:ext cx="4470083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15537" y="2733353"/>
            <a:ext cx="3562325" cy="1587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11" name="Text 9"/>
          <p:cNvSpPr/>
          <p:nvPr/>
        </p:nvSpPr>
        <p:spPr>
          <a:xfrm>
            <a:off x="10382237" y="2343671"/>
            <a:ext cx="3135795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677863" y="2733353"/>
            <a:ext cx="3562387" cy="15875"/>
          </a:xfrm>
          <a:prstGeom prst="rect">
            <a:avLst/>
          </a:prstGeom>
          <a:solidFill>
            <a:srgbClr val="2A6097"/>
          </a:solidFill>
          <a:ln/>
        </p:spPr>
      </p:sp>
      <p:sp>
        <p:nvSpPr>
          <p:cNvPr id="13" name="Text 11"/>
          <p:cNvSpPr/>
          <p:nvPr/>
        </p:nvSpPr>
        <p:spPr>
          <a:xfrm>
            <a:off x="13944563" y="2343671"/>
            <a:ext cx="3135859" cy="25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7750" y="36151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2977828"/>
            <a:ext cx="380293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257787" y="36151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24487" y="2977828"/>
            <a:ext cx="4470083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115537" y="36151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37" y="2977828"/>
            <a:ext cx="3135795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677863" y="36151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944563" y="2977828"/>
            <a:ext cx="3135859" cy="446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4485059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38516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B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257787" y="4485059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24487" y="38516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0115537" y="4485059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382237" y="38516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3677863" y="4485059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944563" y="38516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047750" y="5354960"/>
            <a:ext cx="4210038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14450" y="4721597"/>
            <a:ext cx="380293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C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257787" y="5354960"/>
            <a:ext cx="485775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24487" y="4721597"/>
            <a:ext cx="4470083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suits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10115537" y="5354960"/>
            <a:ext cx="3562325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82237" y="4721597"/>
            <a:ext cx="3135795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13677863" y="5354960"/>
            <a:ext cx="3562387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944563" y="4721597"/>
            <a:ext cx="3135859" cy="442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047750" y="5633517"/>
            <a:ext cx="16678275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A6097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rows and columns for your own data — keep it to four columns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67582" y="381000"/>
            <a:ext cx="2772668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27920" y="465137"/>
            <a:ext cx="2535173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TEACHER INTRO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876288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3478" y="5336791"/>
            <a:ext cx="1550045" cy="410270"/>
          </a:xfrm>
          <a:prstGeom prst="roundRect">
            <a:avLst>
              <a:gd name="adj" fmla="val 50000"/>
            </a:avLst>
          </a:prstGeom>
          <a:solidFill>
            <a:srgbClr val="FAF6EC"/>
          </a:solidFill>
          <a:ln/>
        </p:spPr>
      </p:sp>
      <p:sp>
        <p:nvSpPr>
          <p:cNvPr id="6" name="Text 4"/>
          <p:cNvSpPr/>
          <p:nvPr/>
        </p:nvSpPr>
        <p:spPr>
          <a:xfrm>
            <a:off x="2634928" y="5412991"/>
            <a:ext cx="1283345" cy="29597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portrait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15037" y="4126136"/>
            <a:ext cx="11458968" cy="672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48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Name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115037" y="4893407"/>
            <a:ext cx="11458968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Track lead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15037" y="5189451"/>
            <a:ext cx="11458968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Affiliation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115037" y="5800638"/>
            <a:ext cx="5892773" cy="1195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sentences of bio: research focus, what you work on, and what participants can ask you about during the week.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47750" y="9543293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9717484"/>
            <a:ext cx="183820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DANES ScHack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87121" y="9729390"/>
            <a:ext cx="386279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· ANCIENT LANGUAGE 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514775" y="9703594"/>
            <a:ext cx="80167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78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36316" y="381000"/>
            <a:ext cx="2103933" cy="330895"/>
          </a:xfrm>
          <a:prstGeom prst="roundRect">
            <a:avLst>
              <a:gd name="adj" fmla="val 50000"/>
            </a:avLst>
          </a:prstGeom>
          <a:ln w="7937">
            <a:solidFill>
              <a:srgbClr val="2A2420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96653" y="465137"/>
            <a:ext cx="1859459" cy="2007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· CLOSING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047750" y="3762995"/>
            <a:ext cx="16678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468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293195"/>
            <a:ext cx="16678275" cy="1226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0" b="1" spc="-90" kern="0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47750" y="5939048"/>
            <a:ext cx="2510532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7750" y="6228767"/>
            <a:ext cx="25105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your.email@unito.it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091657" y="5939048"/>
            <a:ext cx="441758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91657" y="6228767"/>
            <a:ext cx="441758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digitalpasts.github.io/ScHack2026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990149" y="5939048"/>
            <a:ext cx="3239464" cy="2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2A60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90149" y="6228767"/>
            <a:ext cx="32394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opendanes.org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86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8640837"/>
            <a:ext cx="16192500" cy="9525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234103"/>
            <a:ext cx="4003310" cy="2008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A8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INITIATIVE OF THE DANES NETWORK</a:t>
            </a:r>
            <a:endParaRPr lang="en-US" sz="11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504" y="8963049"/>
            <a:ext cx="704825" cy="7048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05230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18" y="9077337"/>
            <a:ext cx="838522" cy="4762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377041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429" y="8953562"/>
            <a:ext cx="723863" cy="7238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624654" y="9167813"/>
            <a:ext cx="2557599" cy="3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versità di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D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0000"/>
              </a:lnSpc>
              <a:buNone/>
            </a:pPr>
            <a:r>
              <a:rPr lang="en-US" sz="2325" b="1" spc="47" kern="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rino</a:t>
            </a:r>
            <a:endParaRPr lang="en-US" sz="2325" dirty="0"/>
          </a:p>
        </p:txBody>
      </p:sp>
      <p:sp>
        <p:nvSpPr>
          <p:cNvPr id="20" name="Shape 15"/>
          <p:cNvSpPr/>
          <p:nvPr/>
        </p:nvSpPr>
        <p:spPr>
          <a:xfrm>
            <a:off x="14467954" y="9039262"/>
            <a:ext cx="9525" cy="552400"/>
          </a:xfrm>
          <a:prstGeom prst="rect">
            <a:avLst/>
          </a:prstGeom>
          <a:solidFill>
            <a:srgbClr val="2A2420">
              <a:alpha val="13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9342" y="9048812"/>
            <a:ext cx="2400908" cy="533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2026-06-15T08:49:48Z</dcterms:created>
  <dcterms:modified xsi:type="dcterms:W3CDTF">2026-06-15T08:49:48Z</dcterms:modified>
</cp:coreProperties>
</file>